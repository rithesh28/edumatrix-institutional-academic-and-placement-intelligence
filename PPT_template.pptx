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A67010-4435-4AC6-9D02-A3DF77FD01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Srinivas Insitute of Technology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FBA9D-298A-4DAB-818A-8C55A41921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8D3AE-9DFE-4D1D-B0F2-F55617FE86C2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A2E9C-67E2-4FD6-BEEF-F81BF28402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International Conference on Innovative PAthway to Sustainable Business: AI, ESG &amp; Responsible Leadership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828F3-CC54-43BF-83AC-C7A0AE1C0E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21BC5-BF1E-498B-AD58-0AC2656F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46431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Srinivas Insitute of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15D8D-3B31-40DA-9E42-BC30A8CBC94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International Conference on Innovative PAthway to Sustainable Business: AI, ESG &amp; Responsible Leadership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C0D5B-9E7B-44F7-8CDA-DA71D3210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06970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9712-43AF-4B2A-9B49-FA6EBEC6C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18065-2253-4FFE-9344-84E92F627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B8FAB-C8BF-4CE6-BF8B-8DDE45FF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A198D-788D-4ABA-B37C-CD4B8C66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24D20-74EB-4C4C-84DF-03D432AB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35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F2026-96F3-465F-8D33-C8BC772C9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CF548-B6DD-415B-9D43-B454EA73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B04AD-3E16-4CA0-882B-B9FFAD97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DC9FB-5EBF-476A-AE90-8D8E9DAA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0A8F1A-9124-436C-9363-78AA980D270F}"/>
              </a:ext>
            </a:extLst>
          </p:cNvPr>
          <p:cNvSpPr txBox="1"/>
          <p:nvPr userDrawn="1"/>
        </p:nvSpPr>
        <p:spPr>
          <a:xfrm>
            <a:off x="7441095" y="34113"/>
            <a:ext cx="4750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MBA</a:t>
            </a:r>
            <a:endParaRPr lang="en-IN" sz="18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651078-B533-4F4F-A8BD-93C96A9FD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330" y="-122944"/>
            <a:ext cx="3866322" cy="1436823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A10DC23C-EE97-47A9-AA76-3C2B1202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63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A54B-D07F-4C8E-BA74-57140CB87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B1AA2-0084-4301-95BE-BAFB018E3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AA92-52F5-4448-881B-FC4B5864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8DDAC-CD57-411F-BEF0-990F2A7A6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3E9EA-186E-435D-82FE-500F6B7F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94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F6E8-6877-4843-B2F9-7F1627E7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98EB-E832-4D9C-BF2B-58FFAD0B3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AC89B-1BA5-494B-AE76-2A6C36D14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EE3DC-8C61-4E58-8E6C-8493CF2F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60583-0431-4DB9-8B4A-8823B4B6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C73CE-01A2-4294-BE54-7AA9F94E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5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E8A82-C51F-4FC9-8521-E456205D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45D49-8695-4B1A-8AB5-07B3B1573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3D9E6-6721-4F54-9439-23842AF85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93661-0629-454A-9E89-AFDE60366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B2F9F-47FB-4422-B354-FA212EECA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3A3E6-DF62-47F7-A0D7-9C312F51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825832-DE61-49EE-A77D-ADD2490B1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07F17-E70D-4ADE-B317-CB53ABBD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308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FA4D-08E8-4EF5-A6E3-F9A8A9F0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B1FC4-B251-4108-910C-B64002B6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9FA9C-97AF-457F-A628-F4151539B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B3A9E-000C-442A-B4D2-3B1E0995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47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09B3E6-8F10-4E68-B6A9-5B321D983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7CFED-91B7-4DBC-B517-0D330F38E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5C077-66AA-4FAE-82FB-F6716CA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09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E149-B88F-4CC7-9B08-A33612538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33373-2A4D-4055-B6E5-66288477E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D9A54-0875-400F-8F01-4F5CA9B2E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24029-6E50-4A09-B2C2-9B8ED77D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D39D0-68FE-413F-9CBB-76095CA2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CDD8C-4E7B-4F56-9F82-428CAFA4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76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5FAA-1537-41BD-9C3B-AC35BBB8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5DB94-A76E-49A0-8A99-D96C2B71A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21CCF-B526-4A6D-87FC-8DB7671AE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D6231-7987-4ADD-9D6A-C725FEE6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E27CD-E765-46BE-8289-A5D0A4279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4CAAE-4245-4866-AD71-2BC0094F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45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0FD3-6294-48D5-BFE1-CBEE3E04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8C3E8-FFEF-43FE-813D-E35B1917C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C20B2-3F9F-43C3-A914-2D6834E8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C5EA7-858E-48A4-9CB5-E48DCCF6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45797-9558-4135-A425-9A270874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83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73414F-A88F-40CC-BEF3-0664D4B20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B0BE2-B8CD-4D7C-A2D5-B8E909024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6AFED-33F5-4BF2-A284-BBAA97F7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5229F-3846-491F-AE1A-48A7BE700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3FA4D-3BD7-4354-9254-C43A78DE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508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E1A78-37F1-4FA0-A541-688079B7C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639F2-9F22-4270-B3CF-323DE3AE5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7A920-D3AA-4286-B1AD-BDBA26E2A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AD5A6-8406-40D8-BCA5-1A3CCEAD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F643F-DF71-442B-82A5-2DBC2FB6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926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48BA3-E56C-42AE-919B-AA4CDCF6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F25BB-B85B-4910-BA70-D40ED283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31250-BFB8-42E9-9623-78CB8A2B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930BE-30B1-482C-AAC0-D80C953C0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3AB1C-91EB-44FA-9EF3-AD00D66F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835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0DA02-E032-4CB7-BEFA-85BA693E1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44D64-36A0-41B8-B79E-89D276290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D5AC7-07A5-4702-B720-405922324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7CFB5-6012-448D-B254-27C4AEBE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26234-ADFC-4935-B33A-F65253D56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645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6528-CFEA-4BC8-8DFD-FFD3B529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CD71-EF26-48F2-8AEB-000882A33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A3F12-7240-49E9-B95D-412633B7C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C2320-865D-4D99-940D-C9395B4C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EF6EC-0C7A-4DBF-95E1-7F714D533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9866B-0B5C-456C-891F-3CDB324D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099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8C2F-89CE-489A-8731-6F11FFB1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1D2C1-67E0-4DC6-AA31-0F66EF7CC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972BD-659F-461E-B84E-A482DCEC9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611E4-747A-446C-BF7E-46E8CCD1F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0F01A-E8AF-4DDE-B249-B69781D196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24BB6-CFB1-46FB-8D8B-24287BD85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EA8E77-8159-4990-9AC2-F4D3B0843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B90CF3-D14E-490C-828D-4AD7C9E8C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265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D535-78C6-42F2-9134-9EC6E924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A88C2-B37D-4B27-90C8-609B676C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EFD8A-06DF-417D-BD30-81687FFA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16F77-7EC1-4082-B143-8C29014E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347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34A21-7232-43CC-A4CA-B83BCE247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A0B1D-40B5-461D-8966-F478E9BB3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3E38D-42F0-4927-A2CD-6A74282ED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028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CCA7-BA79-4C53-9E77-CD3325FAF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418F7-564B-48ED-AAF1-C6B74DC7D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C4117-E71F-4095-8B82-1FE6ACB7F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3A2A9-45A1-4E98-B346-B61C1AB6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3C00E-334B-4979-B189-3DB23ADE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7804E-A313-412F-BBBD-2793B83E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88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3E95-2FC6-4328-9790-04CD66CD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14F83-43D4-4B3A-A33A-76CE97EC5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2C14D-C272-4826-8506-F3FDE733C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91BDF-EADD-4C6B-9757-78BB2AC1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AA435-7A5A-4F34-A9C0-F7967488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CBD50-B005-4E38-8590-8E1BA11A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0025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946E-A0EF-4BD4-B0F3-CD21AE86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8A8B1-E7EF-4327-A1ED-E2D90B5E7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EBA5-3B80-4872-B51D-40C2CAE0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39733-FBB6-4868-8204-6868ADA3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C7C22-6DC1-422F-9929-A39466B7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503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1F8FD-CEE5-4D9C-9C4D-BF924465E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5FA0F-523C-4F36-A093-D88B33ADB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751B2-1CD6-4F43-A877-0CBF6C02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C8F6C-8784-4137-97BD-8434E1E7B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A714C-1015-4ECC-A5E8-43335524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DCCED-203B-4094-9E2E-7A49851E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B4C4D-C632-41A1-957F-5D1EAA92B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92E5-B22C-495B-9E32-80210BB38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A0AE0-E50A-412E-9B44-88AE2E756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E78E1-2A17-458E-B49D-6811D938A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782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7AF381-F40D-4FF0-A22E-68B8700A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9517F-7DFD-48BA-A960-FAB1A07D8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E305B-7F2D-4CFE-AACE-2CCF85527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3BBAF-6A8A-440E-8F1B-7F0808E7A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CF3EF-7EE4-4FDF-921B-3FF5A7650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046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31FCA5-1A88-48FD-9484-7F7984E77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C5039-12BE-43C8-81BA-9ED15100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080" y="6311900"/>
            <a:ext cx="11470640" cy="373379"/>
          </a:xfrm>
        </p:spPr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Innovative Pathways to Sustainable Business : AI, ESG &amp; Responsible Leadership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A60E574-7010-4D18-B9DF-D2364CF5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28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6</cp:revision>
  <dcterms:created xsi:type="dcterms:W3CDTF">2026-10-07T14:51:07Z</dcterms:created>
  <dcterms:modified xsi:type="dcterms:W3CDTF">2026-10-07T15:36:11Z</dcterms:modified>
</cp:coreProperties>
</file>